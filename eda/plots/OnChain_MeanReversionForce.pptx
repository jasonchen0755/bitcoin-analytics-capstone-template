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35" y="147320"/>
            <a:ext cx="11856085" cy="32702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" y="3357245"/>
            <a:ext cx="12038965" cy="33502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55" y="0"/>
            <a:ext cx="11668125" cy="32651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" y="3265170"/>
            <a:ext cx="11903710" cy="33350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4775" y="168275"/>
            <a:ext cx="12080240" cy="34055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宋体</vt:lpstr>
      <vt:lpstr>Arial Unicode MS</vt:lpstr>
      <vt:lpstr>Arial Black</vt:lpstr>
      <vt:lpstr>微软雅黑</vt:lpstr>
      <vt:lpstr>文泉驿微米黑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</dc:creator>
  <cp:lastModifiedBy>jason</cp:lastModifiedBy>
  <cp:revision>7</cp:revision>
  <dcterms:created xsi:type="dcterms:W3CDTF">2026-03-12T11:56:48Z</dcterms:created>
  <dcterms:modified xsi:type="dcterms:W3CDTF">2026-03-12T11:56:48Z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</Properties>
</file>